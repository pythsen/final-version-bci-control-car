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9" r:id="rId3"/>
    <p:sldId id="260" r:id="rId4"/>
    <p:sldId id="257" r:id="rId5"/>
    <p:sldId id="256" r:id="rId6"/>
    <p:sldId id="25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A1BAB-669D-F68E-5B83-E70A9B507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9186683-5080-11D1-A92A-916C55D02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8903E1-A8CB-D5B2-D7B3-4C28600CA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C898-8CB2-4A91-9879-C7FDFAB094F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B41FFD-332A-262E-64B6-BA2803A40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C78FE9-4826-2B93-AE08-49C41B6E0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02502-B7CA-443E-926D-F32BF10A8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783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73FD6-9BD0-CD1F-B056-1C193932A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B348FD-4140-4B29-AC79-C92059BD6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6E31B0-2441-D65B-6F7F-CD1B0AAE2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C898-8CB2-4A91-9879-C7FDFAB094F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0D5887-6E79-2BF3-F796-DB6A1D55C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756709-BCD6-2869-238A-03E2FAE83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02502-B7CA-443E-926D-F32BF10A8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166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974260-559D-4CEC-388F-29CB9E8F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9AE5EF-DF73-B34D-F458-60BA287D8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847ACE-A4AD-7173-C3F4-96F6693EB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C898-8CB2-4A91-9879-C7FDFAB094F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1DD71A-5BA3-DA7E-40D2-AD4272C50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5C291D-3C70-FBB6-9D2E-17D17D8EE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02502-B7CA-443E-926D-F32BF10A8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40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A9A2C-8869-F788-75AD-C26CE7103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B27678-D2B3-BBAE-75B6-49ADC0B811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B6440E-9181-BB2E-EE41-4273D5C6A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6D2760-0360-12B1-E62C-94AD3C7A9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C898-8CB2-4A91-9879-C7FDFAB094F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2899DB-181E-8903-87A3-901E7D4C1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AB745F-07D1-F107-6DA6-829CE1D3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02502-B7CA-443E-926D-F32BF10A8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408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0A7F37-9EE4-8668-88CF-B5331F4A3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208A75-71DF-44BF-D7ED-B6CEACE8F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A310D5-83B6-563F-1661-CE828FF12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6650549-5652-D4C3-6560-2EC0EEA74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D847CAD-9DB1-FFD3-E604-BD556355DF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425A1B5-32AE-C14D-1D4A-02DC684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C898-8CB2-4A91-9879-C7FDFAB094F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10F350B-AEB2-2512-0917-7EA20588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69DD0EA-9908-2B4C-14DD-06D190D70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02502-B7CA-443E-926D-F32BF10A8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858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2A3EB7-FD92-13D4-F15B-AB98498C6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BB93AB3-6540-D6C2-AD21-29EBACE04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C898-8CB2-4A91-9879-C7FDFAB094F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2C4580D-38DB-3D35-9197-41DEA6E32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FBE746-8F1B-C679-C013-5BCFADC41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02502-B7CA-443E-926D-F32BF10A8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113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C43E9D4-1657-2455-252C-8C974FE03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C898-8CB2-4A91-9879-C7FDFAB094F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BD70F7F-8791-4F8D-F728-A17742E75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9B1727-2D61-1B8B-FF73-CDE9014A8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02502-B7CA-443E-926D-F32BF10A8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50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5A32A-473C-F872-B298-5794F8BD0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EB5A1A-B60E-C919-F704-47E71FB3B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95EDC3-C72A-BDDD-D4E0-4FCC2FE7F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2E8D85-C096-EC27-78E6-DCE9F51A6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C898-8CB2-4A91-9879-C7FDFAB094F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DECCBD-ECF2-3BF4-D596-3E20052B4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E9EFC0-2CCE-BFD2-7FE5-9C923F0D2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02502-B7CA-443E-926D-F32BF10A8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875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E1F5C4-AFA2-BBDC-C3FD-855FCF237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775A6A-5008-5FD9-2DAA-CC3B9CDD2E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A45570-BA59-BF90-4C61-5ACD98297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7BE26E-2A5C-605B-A483-731BCCDF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C898-8CB2-4A91-9879-C7FDFAB094F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78CCA0-378F-4C24-DDCF-D48AF2E28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B51A7A-25E3-EC8A-A039-DAB106371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02502-B7CA-443E-926D-F32BF10A8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3852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96737-899E-C043-B8B9-8545EA94D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0EA4C0-93F8-6F77-F43F-85AB496D6F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5FA1E0-1B49-BDE1-5DF1-C0EB2AF49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C898-8CB2-4A91-9879-C7FDFAB094F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6E14AB-7825-1D15-C9E5-BAF45C16B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08C575-171D-ABF9-D14C-B41D4A345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02502-B7CA-443E-926D-F32BF10A8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38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AB6B57-7674-BB56-CB01-9F9E6C80DD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EC40F2-BF80-0580-6BFA-7841952A4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C2DE8E-E5E7-6407-0474-26A703F3A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C898-8CB2-4A91-9879-C7FDFAB094F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B33D52-2566-8B0D-DF7E-84126BA3B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7B2650-9AC1-7A58-BB63-E35C7DB18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02502-B7CA-443E-926D-F32BF10A8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211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59E62D-CE0C-1641-AC3B-475B03113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66E41A-0770-56E9-A276-BF5366CEC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4F93ED-B281-5C35-6B39-2ED8479A38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7C898-8CB2-4A91-9879-C7FDFAB094F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00D0EE-FD5C-7847-FC85-F004ABCDB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EEEFB4-E8F3-A6F6-C83D-11FC6FECC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02502-B7CA-443E-926D-F32BF10A88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019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4204AC-500B-1044-C470-95ADAA1639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FC3FC97-88E4-0F7E-B326-CCF1C8FC08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D28A3A-B0C2-0F07-E82B-AC1A53FA9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128"/>
            <a:ext cx="12192000" cy="633827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E7410B1-5AB2-B31C-02C8-0328477004B6}"/>
              </a:ext>
            </a:extLst>
          </p:cNvPr>
          <p:cNvSpPr/>
          <p:nvPr/>
        </p:nvSpPr>
        <p:spPr>
          <a:xfrm>
            <a:off x="4733287" y="6011872"/>
            <a:ext cx="27254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V42</a:t>
            </a:r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训练</a:t>
            </a:r>
          </a:p>
        </p:txBody>
      </p:sp>
    </p:spTree>
    <p:extLst>
      <p:ext uri="{BB962C8B-B14F-4D97-AF65-F5344CB8AC3E}">
        <p14:creationId xmlns:p14="http://schemas.microsoft.com/office/powerpoint/2010/main" val="233841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3EE649-1A6B-1BDF-C994-1F5BBDF59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097B7B-28BE-F555-D887-463DC1720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1B07E56-1848-34D7-DAB1-868E47F8C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4589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597A08E-7988-7F8D-2BCF-39892CD5FD60}"/>
              </a:ext>
            </a:extLst>
          </p:cNvPr>
          <p:cNvSpPr/>
          <p:nvPr/>
        </p:nvSpPr>
        <p:spPr>
          <a:xfrm>
            <a:off x="4733287" y="5934670"/>
            <a:ext cx="272542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V65</a:t>
            </a:r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训练</a:t>
            </a:r>
          </a:p>
        </p:txBody>
      </p:sp>
    </p:spTree>
    <p:extLst>
      <p:ext uri="{BB962C8B-B14F-4D97-AF65-F5344CB8AC3E}">
        <p14:creationId xmlns:p14="http://schemas.microsoft.com/office/powerpoint/2010/main" val="11782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A57A17-69A6-2FB1-C3C0-0B03C448D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B2124C-8F34-3792-2159-D99106953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0A7304-C90C-FC2E-5B9C-AFE81666F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5957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0D03111-E8CC-0661-09AE-E44357D7565E}"/>
              </a:ext>
            </a:extLst>
          </p:cNvPr>
          <p:cNvSpPr/>
          <p:nvPr/>
        </p:nvSpPr>
        <p:spPr>
          <a:xfrm>
            <a:off x="3806751" y="5934670"/>
            <a:ext cx="45784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V65</a:t>
            </a:r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推理</a:t>
            </a:r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offline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6303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BAD8C-9AC7-F20B-29D5-68CAB3A93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05CB45-4447-EA56-1C18-B8BCB969CC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6E30F5-4897-35B2-3A1A-A9AE54A7F7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FBB83B-46F1-3C1E-1A6F-D90C621DE194}"/>
              </a:ext>
            </a:extLst>
          </p:cNvPr>
          <p:cNvSpPr/>
          <p:nvPr/>
        </p:nvSpPr>
        <p:spPr>
          <a:xfrm>
            <a:off x="2887429" y="2967335"/>
            <a:ext cx="64171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请在此放置您的文字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B04AD2F-8B12-DA9D-F412-C55C37CFD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3871"/>
            <a:ext cx="12192000" cy="654854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515C64E-E629-AD41-9E38-EF82A2B8E856}"/>
              </a:ext>
            </a:extLst>
          </p:cNvPr>
          <p:cNvSpPr/>
          <p:nvPr/>
        </p:nvSpPr>
        <p:spPr>
          <a:xfrm>
            <a:off x="3579925" y="6059044"/>
            <a:ext cx="50321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因果滤波器训练</a:t>
            </a:r>
          </a:p>
        </p:txBody>
      </p:sp>
    </p:spTree>
    <p:extLst>
      <p:ext uri="{BB962C8B-B14F-4D97-AF65-F5344CB8AC3E}">
        <p14:creationId xmlns:p14="http://schemas.microsoft.com/office/powerpoint/2010/main" val="735429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68DCA-E96F-F7D2-7952-D3C33AB645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66D870B-C5F0-995A-2E3F-4D8544E64C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5D5BD4-DB91-8CAF-91EC-8604332871B7}"/>
              </a:ext>
            </a:extLst>
          </p:cNvPr>
          <p:cNvSpPr/>
          <p:nvPr/>
        </p:nvSpPr>
        <p:spPr>
          <a:xfrm>
            <a:off x="2887429" y="2967335"/>
            <a:ext cx="64171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请在此放置您的文字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2F515E0-DCCA-4BC6-46A7-2579310EA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3678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F923EA4-C376-D8D9-ED37-BB80E9573EDA}"/>
              </a:ext>
            </a:extLst>
          </p:cNvPr>
          <p:cNvSpPr/>
          <p:nvPr/>
        </p:nvSpPr>
        <p:spPr>
          <a:xfrm>
            <a:off x="2887429" y="5875118"/>
            <a:ext cx="641714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因果滤波器伪仿真</a:t>
            </a:r>
          </a:p>
        </p:txBody>
      </p:sp>
    </p:spTree>
    <p:extLst>
      <p:ext uri="{BB962C8B-B14F-4D97-AF65-F5344CB8AC3E}">
        <p14:creationId xmlns:p14="http://schemas.microsoft.com/office/powerpoint/2010/main" val="2477061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EB6C4-72C6-2791-9AB0-8DB6A5451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B0089-8DC8-A06D-7E7D-BE89A62FA8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6B3711F-2B4B-A3CD-6BEA-C201927CD3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775D4C-6006-5132-7FE4-866701785AFD}"/>
              </a:ext>
            </a:extLst>
          </p:cNvPr>
          <p:cNvSpPr/>
          <p:nvPr/>
        </p:nvSpPr>
        <p:spPr>
          <a:xfrm>
            <a:off x="2887429" y="2967335"/>
            <a:ext cx="64171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请在此放置您的文字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25A7BA-229E-2021-E005-AE3B43660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3998"/>
            <a:ext cx="12192000" cy="647944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B315539-FC2F-0826-76C2-BF6957B8BEE1}"/>
              </a:ext>
            </a:extLst>
          </p:cNvPr>
          <p:cNvSpPr/>
          <p:nvPr/>
        </p:nvSpPr>
        <p:spPr>
          <a:xfrm>
            <a:off x="3444845" y="5804726"/>
            <a:ext cx="50321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因果滤波器仿真</a:t>
            </a:r>
          </a:p>
        </p:txBody>
      </p:sp>
    </p:spTree>
    <p:extLst>
      <p:ext uri="{BB962C8B-B14F-4D97-AF65-F5344CB8AC3E}">
        <p14:creationId xmlns:p14="http://schemas.microsoft.com/office/powerpoint/2010/main" val="868741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35</Words>
  <Application>Microsoft Office PowerPoint</Application>
  <PresentationFormat>宽屏</PresentationFormat>
  <Paragraphs>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 Pyth</dc:creator>
  <cp:lastModifiedBy>sen Pyth</cp:lastModifiedBy>
  <cp:revision>1</cp:revision>
  <dcterms:created xsi:type="dcterms:W3CDTF">2025-11-24T05:10:45Z</dcterms:created>
  <dcterms:modified xsi:type="dcterms:W3CDTF">2025-11-24T05:41:52Z</dcterms:modified>
</cp:coreProperties>
</file>